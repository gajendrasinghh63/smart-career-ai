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5" r:id="rId10"/>
    <p:sldId id="266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4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8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55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56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3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52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68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1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8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6631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4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3702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55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92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7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3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359" y="416560"/>
            <a:ext cx="6347713" cy="1320800"/>
          </a:xfrm>
        </p:spPr>
        <p:txBody>
          <a:bodyPr>
            <a:normAutofit/>
          </a:bodyPr>
          <a:lstStyle/>
          <a:p>
            <a:r>
              <a:rPr b="1" dirty="0">
                <a:latin typeface="Aptos" panose="020B0004020202020204" pitchFamily="34" charset="0"/>
              </a:rPr>
              <a:t>How Companies Motivate Employees in Today’s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Name: Gajendra Singh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3600" dirty="0" err="1">
                <a:latin typeface="Arial" panose="020B0604020202020204" pitchFamily="34" charset="0"/>
                <a:cs typeface="Arial" panose="020B0604020202020204" pitchFamily="34" charset="0"/>
              </a:rPr>
              <a:t>Enrollment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 no - 8823103014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sz="3600" dirty="0" err="1">
                <a:latin typeface="Arial" panose="020B0604020202020204" pitchFamily="34" charset="0"/>
                <a:cs typeface="Arial" panose="020B0604020202020204" pitchFamily="34" charset="0"/>
              </a:rPr>
              <a:t>B.Tech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Subject: Human Resource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59" y="508000"/>
            <a:ext cx="6347713" cy="1320800"/>
          </a:xfrm>
        </p:spPr>
        <p:txBody>
          <a:bodyPr>
            <a:normAutofit/>
          </a:bodyPr>
          <a:lstStyle/>
          <a:p>
            <a:r>
              <a:rPr sz="6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Employee motivation is the process of inspiring employees to perform at their best</a:t>
            </a:r>
          </a:p>
          <a:p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It improves productivity, efficiency, and job satisfaction</a:t>
            </a:r>
          </a:p>
          <a:p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It is a key function of HRM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>
                <a:latin typeface="Arial" panose="020B0604020202020204" pitchFamily="34" charset="0"/>
                <a:cs typeface="Arial" panose="020B0604020202020204" pitchFamily="34" charset="0"/>
              </a:rPr>
              <a:t>Types of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Intrinsic Motivation – Comes from internal satisfaction (interest, passion)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Extrinsic Motivation – Comes from external rewards (salary, bonus, promotion)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Both types are important for employee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8160"/>
            <a:ext cx="6347713" cy="1320800"/>
          </a:xfrm>
        </p:spPr>
        <p:txBody>
          <a:bodyPr>
            <a:normAutofit/>
          </a:bodyPr>
          <a:lstStyle/>
          <a:p>
            <a:r>
              <a:rPr sz="4000" b="1" dirty="0">
                <a:latin typeface="Arial" panose="020B0604020202020204" pitchFamily="34" charset="0"/>
                <a:cs typeface="Arial" panose="020B0604020202020204" pitchFamily="34" charset="0"/>
              </a:rPr>
              <a:t>Importance of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Increases employee productivity</a:t>
            </a:r>
          </a:p>
          <a:p>
            <a:r>
              <a:rPr sz="2800" dirty="0"/>
              <a:t>Improves job satisfaction</a:t>
            </a:r>
          </a:p>
          <a:p>
            <a:r>
              <a:rPr sz="2800" dirty="0"/>
              <a:t>Reduces employee turnover</a:t>
            </a:r>
          </a:p>
          <a:p>
            <a:r>
              <a:rPr sz="2800" dirty="0"/>
              <a:t>Helps achieve organizational goals</a:t>
            </a:r>
          </a:p>
          <a:p>
            <a:r>
              <a:rPr sz="2800" dirty="0"/>
              <a:t>Motivated employees drive business success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Maslow’s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Basic Needs – Salary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Safety Needs – Job security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Social Needs – Teamwork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Esteem – Respect and recognition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Self-Actualization – Growth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Employees move step-by-step towards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4A5B-A549-D6B4-4028-765F9A46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2E61-1563-7EBA-8E1B-44C90BBC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400" b="1" dirty="0">
                <a:latin typeface="Arial" panose="020B0604020202020204" pitchFamily="34" charset="0"/>
                <a:cs typeface="Arial" panose="020B0604020202020204" pitchFamily="34" charset="0"/>
              </a:rPr>
              <a:t>Modern Motivation Techniques</a:t>
            </a:r>
            <a:endParaRPr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6350C-8691-D55A-4A0E-0012C38AB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Work From Home / Hybrid Work</a:t>
            </a:r>
          </a:p>
          <a:p>
            <a:r>
              <a:rPr lang="en-US" sz="3200" dirty="0"/>
              <a:t>Flexible working hours</a:t>
            </a:r>
          </a:p>
          <a:p>
            <a:r>
              <a:rPr lang="en-US" sz="3200" dirty="0"/>
              <a:t>Employee wellness programs</a:t>
            </a:r>
          </a:p>
          <a:p>
            <a:r>
              <a:rPr lang="en-US" sz="3200" dirty="0"/>
              <a:t>Performance-based rewards.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850611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A2570-95BD-5246-F6F2-2A03FE96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B0FB-B8C6-987C-218E-A6E5CFF2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Challenges in Employee Motivation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F93E6-E1E2-DB48-DBDE-F8C8F9416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Work stress and pressure</a:t>
            </a:r>
          </a:p>
          <a:p>
            <a:r>
              <a:rPr lang="en-US" sz="3200" dirty="0"/>
              <a:t>Lack of recognition</a:t>
            </a:r>
          </a:p>
          <a:p>
            <a:r>
              <a:rPr lang="en-US" sz="3200" dirty="0"/>
              <a:t>Poor work-life balance</a:t>
            </a:r>
          </a:p>
          <a:p>
            <a:r>
              <a:rPr lang="en-US" sz="3200" dirty="0"/>
              <a:t>Communication gaps</a:t>
            </a:r>
          </a:p>
          <a:p>
            <a:r>
              <a:rPr lang="en-US" sz="3200" dirty="0"/>
              <a:t>Limited career growth opportunities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03559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90880"/>
            <a:ext cx="6347713" cy="1320800"/>
          </a:xfrm>
        </p:spPr>
        <p:txBody>
          <a:bodyPr>
            <a:normAutofit/>
          </a:bodyPr>
          <a:lstStyle/>
          <a:p>
            <a:r>
              <a:rPr sz="5400" b="1" dirty="0">
                <a:latin typeface="Arial" panose="020B0604020202020204" pitchFamily="34" charset="0"/>
                <a:cs typeface="Arial" panose="020B0604020202020204" pitchFamily="34" charset="0"/>
              </a:rPr>
              <a:t>Example: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Flexible working environment</a:t>
            </a:r>
          </a:p>
          <a:p>
            <a:r>
              <a:rPr sz="3200" dirty="0"/>
              <a:t>Encourages innovation and creativity</a:t>
            </a:r>
          </a:p>
          <a:p>
            <a:r>
              <a:rPr sz="3200" dirty="0"/>
              <a:t>Provides employee benefits</a:t>
            </a:r>
          </a:p>
          <a:p>
            <a:r>
              <a:rPr sz="3200" dirty="0"/>
              <a:t>Result: High motivation and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Google Case Study – Employee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Google creates a flexible and employee-friendly work culture.</a:t>
            </a:r>
          </a:p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Employees are encouraged to share innovative ideas freely.</a:t>
            </a:r>
          </a:p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The company provides wellness programs, free meals, and learning opportunities.</a:t>
            </a:r>
          </a:p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Google focuses on teamwork, creativity, and employee satisfaction.</a:t>
            </a:r>
          </a:p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Employees feel valued and motivated to perform better.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Google Case Study – Results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Higher employee productivity and innovation.</a:t>
            </a:r>
          </a:p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Strong employee engagement and job satisfaction.</a:t>
            </a:r>
          </a:p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Low employee turnover compared to many companies.</a:t>
            </a:r>
          </a:p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Google is considered one of the best companies to work for.</a:t>
            </a:r>
          </a:p>
          <a:p>
            <a:pPr>
              <a:defRPr sz="1584">
                <a:solidFill>
                  <a:srgbClr val="000000"/>
                </a:solidFill>
              </a:defRPr>
            </a:pPr>
            <a:r>
              <a:rPr sz="2400" dirty="0"/>
              <a:t>This shows that motivation directly improves organizational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3" cy="1320800"/>
          </a:xfrm>
        </p:spPr>
        <p:txBody>
          <a:bodyPr>
            <a:normAutofit/>
          </a:bodyPr>
          <a:lstStyle/>
          <a:p>
            <a:r>
              <a:rPr sz="54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Employee motivation is essential for organizational success</a:t>
            </a:r>
          </a:p>
          <a:p>
            <a:r>
              <a:rPr sz="3200" dirty="0"/>
              <a:t>Motivated employees increase productivity</a:t>
            </a:r>
          </a:p>
          <a:p>
            <a:r>
              <a:rPr sz="3200" dirty="0"/>
              <a:t>Companies must focus on rewards and recognition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840" y="2534920"/>
            <a:ext cx="8229600" cy="2941320"/>
          </a:xfrm>
        </p:spPr>
        <p:txBody>
          <a:bodyPr>
            <a:normAutofit/>
          </a:bodyPr>
          <a:lstStyle/>
          <a:p>
            <a:r>
              <a:rPr sz="7200" b="1" dirty="0"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324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Aptos</vt:lpstr>
      <vt:lpstr>Arial</vt:lpstr>
      <vt:lpstr>Trebuchet MS</vt:lpstr>
      <vt:lpstr>Wingdings 3</vt:lpstr>
      <vt:lpstr>Facet</vt:lpstr>
      <vt:lpstr>How Companies Motivate Employees in Today’s World</vt:lpstr>
      <vt:lpstr>Introduction</vt:lpstr>
      <vt:lpstr>Types of Motivation</vt:lpstr>
      <vt:lpstr>Importance of Motivation</vt:lpstr>
      <vt:lpstr>Maslow’s Theory</vt:lpstr>
      <vt:lpstr>Modern Motivation Techniques</vt:lpstr>
      <vt:lpstr>Challenges in Employee Motivation</vt:lpstr>
      <vt:lpstr>Example: Google</vt:lpstr>
      <vt:lpstr>Google Case Study – Employee Motivation</vt:lpstr>
      <vt:lpstr>Google Case Study – Results and Impact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Kumar</cp:lastModifiedBy>
  <cp:revision>2</cp:revision>
  <dcterms:created xsi:type="dcterms:W3CDTF">2013-01-27T09:14:16Z</dcterms:created>
  <dcterms:modified xsi:type="dcterms:W3CDTF">2026-05-07T08:19:16Z</dcterms:modified>
  <cp:category/>
</cp:coreProperties>
</file>