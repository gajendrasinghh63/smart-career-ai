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- Gajendra Singh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Email: gajendra@gmail.com</a:t>
            </a:r>
          </a:p>
          <a:p>
            <a:r>
              <a:t>Phone: 9876543210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Django</a:t>
            </a:r>
          </a:p>
          <a:p>
            <a:r>
              <a:t>HTML</a:t>
            </a:r>
          </a:p>
          <a:p>
            <a:r>
              <a:t>CSS</a:t>
            </a:r>
          </a:p>
          <a:p>
            <a:r>
              <a:t>JavaScript</a:t>
            </a:r>
          </a:p>
          <a:p>
            <a:r>
              <a:t>SQL</a:t>
            </a:r>
          </a:p>
          <a:p>
            <a:r>
              <a:t>Machine Learning</a:t>
            </a:r>
          </a:p>
          <a:p>
            <a:r>
              <a:t>Data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Career AI</a:t>
            </a:r>
          </a:p>
          <a:p>
            <a:r>
              <a:t>Resume Analyzer</a:t>
            </a:r>
          </a:p>
          <a:p>
            <a:r>
              <a:t>Task Manager (Django)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B.Tech (Computer Science)</a:t>
            </a:r>
          </a:p>
          <a:p>
            <a:r>
              <a:t>CGPA: 8.5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Internship: Web Development</a:t>
            </a:r>
          </a:p>
          <a:p>
            <a:r>
              <a:t>Worked on Django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