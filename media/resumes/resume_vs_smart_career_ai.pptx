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Analyzer vs Smart Career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of basic resume analyzer and advanced ML-based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Reads resume</a:t>
            </a:r>
          </a:p>
          <a:p>
            <a:r>
              <a:t>• Detects skills</a:t>
            </a:r>
          </a:p>
          <a:p>
            <a:r>
              <a:t>• Shows missing skills</a:t>
            </a:r>
          </a:p>
          <a:p>
            <a:r>
              <a:t>• Basic suggestions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placement prediction</a:t>
            </a:r>
          </a:p>
          <a:p>
            <a:r>
              <a:t>• No probability</a:t>
            </a:r>
          </a:p>
          <a:p>
            <a:r>
              <a:t>• No ML model</a:t>
            </a:r>
          </a:p>
          <a:p>
            <a:r>
              <a:t>• No dashboard</a:t>
            </a:r>
          </a:p>
          <a:p>
            <a:r>
              <a:t>• No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Career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Resume + Form input</a:t>
            </a:r>
          </a:p>
          <a:p>
            <a:r>
              <a:t>• ML-based prediction</a:t>
            </a:r>
          </a:p>
          <a:p>
            <a:r>
              <a:t>• Probability (%)</a:t>
            </a:r>
          </a:p>
          <a:p>
            <a:r>
              <a:t>• Role suggestion</a:t>
            </a:r>
          </a:p>
          <a:p>
            <a:r>
              <a:t>•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Prediction reason</a:t>
            </a:r>
          </a:p>
          <a:p>
            <a:r>
              <a:t>• Improvement suggestions</a:t>
            </a:r>
          </a:p>
          <a:p>
            <a:r>
              <a:t>• Target role analysis</a:t>
            </a:r>
          </a:p>
          <a:p>
            <a:r>
              <a:t>• Combined input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Career AI is more advanced and useful than a basic resume analyzer.</a:t>
            </a:r>
          </a:p>
          <a:p>
            <a:r>
              <a:t>It provides complete career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